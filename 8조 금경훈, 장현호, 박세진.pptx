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4" r:id="rId4"/>
    <p:sldId id="261" r:id="rId5"/>
    <p:sldId id="263" r:id="rId6"/>
    <p:sldId id="262" r:id="rId7"/>
    <p:sldId id="266" r:id="rId8"/>
    <p:sldId id="265" r:id="rId9"/>
  </p:sldIdLst>
  <p:sldSz cx="14630400" cy="8229600"/>
  <p:notesSz cx="8229600" cy="14630400"/>
  <p:embeddedFontLst>
    <p:embeddedFont>
      <p:font typeface="HY견고딕" panose="02030600000101010101" pitchFamily="18" charset="-127"/>
      <p:regular r:id="rId11"/>
    </p:embeddedFont>
    <p:embeddedFont>
      <p:font typeface="프리젠테이션 7 Bold" charset="-127"/>
      <p:bold r:id="rId1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1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48346-623E-2434-E7B5-C8D1EBCC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B4C71-9E0A-4316-A655-0CA209D33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11C85-3639-6725-8D46-53A476207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CBD44-D6EC-FE48-B987-ABF3B51AB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84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BBC1-4DD5-6812-CB11-F57E7FD1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BAD34-6F36-3869-B635-249A570D8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4346C-34C5-1C01-226A-DF1AA5164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3609C-52D4-56A5-F971-13EDD36A5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54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9346-E937-430C-3AD2-23CCD3AF5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ECAB5-C271-3BED-0435-5802DEC90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117F1-336B-35BA-2C76-433D0CB33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4F235-EDA5-A85A-C8B2-3E29F6394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9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B94F6-21B5-530F-B994-74490F63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8D2584-3027-D567-8909-DC83E1FD8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8D637-2FF4-6F40-1A14-E778F013C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7EBDE-C591-6984-275C-2D27406D8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58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E9466-5418-5A39-DE29-473591F4E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F8E97-2266-7857-3656-3953C6F82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800E7-397B-0A32-0A23-F856CD717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E5A27-502F-A981-47F2-744C18FE6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9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69A1-9DDA-2A05-05B8-7C28B262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D1629-CFEA-38C2-4CEE-6EA60EE29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B0181-013B-1AFD-9040-F5FEEC1CC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93E5-3959-857E-79A6-3B0D3562E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8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b="1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실시간</a:t>
            </a:r>
            <a:r>
              <a:rPr lang="ko-KR" altLang="en-US" sz="7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 배달 주문 취합 </a:t>
            </a:r>
            <a:r>
              <a:rPr lang="en-US" sz="7200" b="1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플랫폼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93789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ko-KR" altLang="en-US" sz="1750" b="1" dirty="0">
                <a:solidFill>
                  <a:srgbClr val="333F7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Open Sans" pitchFamily="34" charset="-120"/>
              </a:rPr>
              <a:t>하루하루 뭐 먹을지 고민하는 당신을 위한 </a:t>
            </a:r>
            <a:r>
              <a:rPr lang="en-US" sz="1750" b="1" dirty="0" err="1">
                <a:solidFill>
                  <a:srgbClr val="333F7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Open Sans" pitchFamily="34" charset="-120"/>
              </a:rPr>
              <a:t>혁신적인</a:t>
            </a:r>
            <a:r>
              <a:rPr lang="en-US" sz="1750" b="1" dirty="0">
                <a:solidFill>
                  <a:srgbClr val="333F7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Open Sans" pitchFamily="34" charset="-120"/>
              </a:rPr>
              <a:t> </a:t>
            </a:r>
            <a:r>
              <a:rPr lang="en-US" sz="1750" b="1" dirty="0" err="1">
                <a:solidFill>
                  <a:srgbClr val="333F7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Open Sans" pitchFamily="34" charset="-120"/>
              </a:rPr>
              <a:t>솔루션</a:t>
            </a:r>
            <a:endParaRPr lang="en-US" sz="1750" b="1" dirty="0">
              <a:solidFill>
                <a:srgbClr val="333F7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Open Sans" pitchFamily="34" charset="-12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537F1C5-5889-8550-1ADC-47A6F1EE389E}"/>
              </a:ext>
            </a:extLst>
          </p:cNvPr>
          <p:cNvSpPr/>
          <p:nvPr/>
        </p:nvSpPr>
        <p:spPr>
          <a:xfrm>
            <a:off x="793789" y="53310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ko-KR" sz="1750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8</a:t>
            </a:r>
            <a:r>
              <a:rPr lang="ko-KR" altLang="en-US" sz="1750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조 </a:t>
            </a:r>
            <a:r>
              <a:rPr lang="ko-KR" altLang="en-US" sz="1750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금경훈</a:t>
            </a:r>
            <a:r>
              <a:rPr lang="en-US" altLang="ko-KR" sz="1750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, </a:t>
            </a:r>
            <a:r>
              <a:rPr lang="ko-KR" altLang="en-US" sz="1750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장현호</a:t>
            </a:r>
            <a:r>
              <a:rPr lang="en-US" altLang="ko-KR" sz="1750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, </a:t>
            </a:r>
            <a:r>
              <a:rPr lang="ko-KR" altLang="en-US" sz="1750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Open Sans" pitchFamily="34" charset="-120"/>
              </a:rPr>
              <a:t>박세진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1505F-8286-E9F3-30E6-0309C6B73B58}"/>
              </a:ext>
            </a:extLst>
          </p:cNvPr>
          <p:cNvSpPr txBox="1"/>
          <p:nvPr/>
        </p:nvSpPr>
        <p:spPr>
          <a:xfrm>
            <a:off x="10414000" y="7771960"/>
            <a:ext cx="421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https://github.com/limetree81/baemin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데이터베이스</a:t>
            </a:r>
            <a:r>
              <a:rPr 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 설계</a:t>
            </a:r>
            <a:endParaRPr lang="en-US" sz="4200" dirty="0"/>
          </a:p>
        </p:txBody>
      </p:sp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729734-B4C0-267A-49AB-01FA264D1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9" y="1789795"/>
            <a:ext cx="13533122" cy="5432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EEBA-380C-AD50-2DA9-FDDC21EB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B2BE26-DD67-AAF2-E141-236A9326553A}"/>
              </a:ext>
            </a:extLst>
          </p:cNvPr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ko-KR" alt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가게 정보</a:t>
            </a:r>
            <a:endParaRPr lang="en-US" sz="4200" dirty="0"/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A5C933-84AE-1405-AF9B-6A98FD4A1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4" y="1522050"/>
            <a:ext cx="3274457" cy="4657294"/>
          </a:xfrm>
          <a:prstGeom prst="rect">
            <a:avLst/>
          </a:prstGeom>
        </p:spPr>
      </p:pic>
      <p:pic>
        <p:nvPicPr>
          <p:cNvPr id="6" name="그림 5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D691FE-FC7E-DCB0-0500-8F8065E23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74" y="6113288"/>
            <a:ext cx="10332878" cy="1597947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D40167-5E6F-A1EB-92E8-F4882964C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768" y="1007626"/>
            <a:ext cx="7512436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43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A41B-FC14-849B-4577-003F5649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D8E301-0647-8ABA-A875-1FAEC02B2F8E}"/>
              </a:ext>
            </a:extLst>
          </p:cNvPr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50"/>
              </a:lnSpc>
            </a:pPr>
            <a:r>
              <a:rPr lang="ko-KR" alt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메뉴 정보</a:t>
            </a:r>
            <a:endParaRPr lang="en-US" altLang="ko-KR" sz="420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A807DC-3F57-4E00-E756-6A6BC452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49" y="1731785"/>
            <a:ext cx="3406048" cy="2580081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69DCF-2B69-DA48-9CE4-DF089ADE1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00" y="5067978"/>
            <a:ext cx="5798444" cy="1723347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7C3799-115E-2697-C8E2-5E6AE99BD8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26917"/>
            <a:ext cx="6888822" cy="71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10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D593D-4EFF-B2E4-74CB-7A50BC44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C65336-EB45-0BD6-99C4-AE28947AF6D7}"/>
              </a:ext>
            </a:extLst>
          </p:cNvPr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ko-KR" alt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주문 정보</a:t>
            </a:r>
            <a:endParaRPr lang="en-US" sz="420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9FA385-B9CE-FE2F-4D3F-D127784CD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8" y="1731417"/>
            <a:ext cx="3489992" cy="3896594"/>
          </a:xfrm>
          <a:prstGeom prst="rect">
            <a:avLst/>
          </a:prstGeom>
        </p:spPr>
      </p:pic>
      <p:pic>
        <p:nvPicPr>
          <p:cNvPr id="6" name="그림 5" descr="텍스트, 폰트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601A66-90B6-E619-610F-DF079DD86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57" y="6018070"/>
            <a:ext cx="7143391" cy="1528314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E250AD-17A6-33CE-5FDC-F47A2AFEC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799" y="1050488"/>
            <a:ext cx="9657470" cy="47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4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0FD9-26B0-3A56-A550-A9B025F5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D8A8BD-74C0-CF19-4E58-AB93E5241B22}"/>
              </a:ext>
            </a:extLst>
          </p:cNvPr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ko-KR" alt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채팅 </a:t>
            </a:r>
            <a:r>
              <a:rPr lang="ko-KR" altLang="en-US" sz="4200" b="1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메세지</a:t>
            </a:r>
            <a:endParaRPr lang="en-US" sz="420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34A8D-E52D-97A2-A218-26B85400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3" y="1557275"/>
            <a:ext cx="3448223" cy="3214750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71E0D0-FF72-3A90-4A4D-9EDF0247E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319" y="110919"/>
            <a:ext cx="2406774" cy="8007762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9D4D92-F380-293C-66D7-87EF17E3BC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73" y="5550693"/>
            <a:ext cx="5034302" cy="112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24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E2292-8586-4501-ECEA-9F5008131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CFC5FF-1506-4E59-D7BF-0392029295B0}"/>
              </a:ext>
            </a:extLst>
          </p:cNvPr>
          <p:cNvSpPr/>
          <p:nvPr/>
        </p:nvSpPr>
        <p:spPr>
          <a:xfrm>
            <a:off x="747474" y="673894"/>
            <a:ext cx="715291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 err="1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데이터베이스</a:t>
            </a:r>
            <a:r>
              <a:rPr lang="en-US" sz="4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  <a:cs typeface="Unbounded Bold" pitchFamily="34" charset="-120"/>
              </a:rPr>
              <a:t> 설계</a:t>
            </a:r>
            <a:endParaRPr lang="en-US" sz="4200" dirty="0"/>
          </a:p>
        </p:txBody>
      </p:sp>
      <p:pic>
        <p:nvPicPr>
          <p:cNvPr id="8" name="그림 7" descr="텍스트, 번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93076E-418E-7C84-F88D-C98526EB5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19" y="1789795"/>
            <a:ext cx="13533122" cy="543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04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7245-130C-AC1D-A19C-9F26BD17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10B6C9-69F4-43E0-02B7-67FC3091B27C}"/>
              </a:ext>
            </a:extLst>
          </p:cNvPr>
          <p:cNvSpPr/>
          <p:nvPr/>
        </p:nvSpPr>
        <p:spPr>
          <a:xfrm>
            <a:off x="793790" y="335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7200" b="1" dirty="0">
                <a:solidFill>
                  <a:srgbClr val="333F70"/>
                </a:solidFill>
                <a:latin typeface="프리젠테이션 7 Bold" pitchFamily="2" charset="-127"/>
                <a:ea typeface="프리젠테이션 7 Bold" pitchFamily="2" charset="-127"/>
              </a:rPr>
              <a:t>프로젝트 시연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03391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51</Words>
  <Application>Microsoft Office PowerPoint</Application>
  <PresentationFormat>사용자 지정</PresentationFormat>
  <Paragraphs>19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프리젠테이션 7 Bold</vt:lpstr>
      <vt:lpstr>Arial</vt:lpstr>
      <vt:lpstr>HY견고딕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KDT36</dc:creator>
  <cp:lastModifiedBy>KDT55</cp:lastModifiedBy>
  <cp:revision>8</cp:revision>
  <dcterms:created xsi:type="dcterms:W3CDTF">2026-01-29T07:56:02Z</dcterms:created>
  <dcterms:modified xsi:type="dcterms:W3CDTF">2026-01-30T06:00:23Z</dcterms:modified>
</cp:coreProperties>
</file>